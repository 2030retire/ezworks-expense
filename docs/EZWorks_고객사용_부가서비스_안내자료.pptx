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Image: Upload Expense Receipts On-The-Go. Auto-Reconcile Them In Real Time. Quadient (https://www.quadient.com/en-gb/blog/upload-expense-receipts-go-auto-reconcile-them-real-time)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Image: Business Team Reviewing Documents in Modern Office - PresentationGO (https://www.presentationgo.com/presentation/business-team-reviewing-documents/)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6428232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Provided through your accounting firm</a:t>
            </a:r>
            <a:endParaRPr lang="en-US" sz="8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6992" y="0"/>
            <a:ext cx="4251960" cy="685800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pic>
        <p:nvPicPr>
          <p:cNvPr id="3" name="Image 0" descr="/mnt/data/expense_mobile.png">    </p:cNvPr>
          <p:cNvPicPr>
            <a:picLocks noChangeAspect="1"/>
          </p:cNvPicPr>
          <p:nvPr/>
        </p:nvPicPr>
        <p:blipFill>
          <a:blip r:embed="rId1"/>
          <a:srcRect l="314" r="314" t="0" b="0"/>
          <a:stretch/>
        </p:blipFill>
        <p:spPr>
          <a:xfrm>
            <a:off x="8156448" y="804672"/>
            <a:ext cx="3611880" cy="24231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156448" y="3529584"/>
            <a:ext cx="3611880" cy="1883664"/>
          </a:xfrm>
          <a:prstGeom prst="roundRect">
            <a:avLst>
              <a:gd name="adj" fmla="val 388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969264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 경비 정리,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업로드만 하세요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58368" y="2359152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7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귀사의 회계 서비스를 지원하기 위해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7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저희가 제공하는 경비 자동화 부가서비스입니다.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58368" y="3255264"/>
            <a:ext cx="1664208" cy="310896"/>
          </a:xfrm>
          <a:prstGeom prst="roundRect">
            <a:avLst>
              <a:gd name="adj" fmla="val 20588"/>
            </a:avLst>
          </a:prstGeom>
          <a:solidFill>
            <a:srgbClr val="EAF4F6"/>
          </a:solidFill>
          <a:ln w="12700">
            <a:solidFill>
              <a:srgbClr val="EAF4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3328416"/>
            <a:ext cx="1444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직원은 더 간단하게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487168" y="3255264"/>
            <a:ext cx="1572768" cy="310896"/>
          </a:xfrm>
          <a:prstGeom prst="roundRect">
            <a:avLst>
              <a:gd name="adj" fmla="val 20588"/>
            </a:avLst>
          </a:prstGeom>
          <a:solidFill>
            <a:srgbClr val="EAF4F6"/>
          </a:solidFill>
          <a:ln w="12700">
            <a:solidFill>
              <a:srgbClr val="EAF4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96896" y="3328416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자료는 더 깔끔하게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224528" y="3255264"/>
            <a:ext cx="1700784" cy="310896"/>
          </a:xfrm>
          <a:prstGeom prst="roundRect">
            <a:avLst>
              <a:gd name="adj" fmla="val 20588"/>
            </a:avLst>
          </a:prstGeom>
          <a:solidFill>
            <a:srgbClr val="EAF4F6"/>
          </a:solidFill>
          <a:ln w="12700">
            <a:solidFill>
              <a:srgbClr val="EAF4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34256" y="3328416"/>
            <a:ext cx="1481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회계는 더 수월하게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430768" y="38404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D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430768" y="4151376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영수증을 모아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수기로 Excel을 만들던 과정을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중심으로 단순화합니다.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585216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경비 정리를, 간단한 흐름으로 바꿉니다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3716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677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후에는 직원도, 담당자도 같은 화면을 오래 붙잡고 있을 필요가 없습니다.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749808" y="1755648"/>
            <a:ext cx="10789920" cy="431596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2788920"/>
            <a:ext cx="1792224" cy="1536192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301752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업로드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07008" y="3438144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직원이 영수증을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촬영 또는 업로드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3017520" y="3401568"/>
            <a:ext cx="219456" cy="256032"/>
          </a:xfrm>
          <a:prstGeom prst="chevron">
            <a:avLst/>
          </a:prstGeom>
          <a:solidFill>
            <a:srgbClr val="45B39D"/>
          </a:solidFill>
          <a:ln w="12700">
            <a:solidFill>
              <a:srgbClr val="45B39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788920"/>
            <a:ext cx="1792224" cy="1536192"/>
          </a:xfrm>
          <a:prstGeom prst="roundRect">
            <a:avLst>
              <a:gd name="adj" fmla="val 4167"/>
            </a:avLst>
          </a:prstGeom>
          <a:solidFill>
            <a:srgbClr val="EFFAF7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67328" y="301752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자동 정리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785616" y="3438144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정보가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자동으로 추출됨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5596128" y="3401568"/>
            <a:ext cx="219456" cy="256032"/>
          </a:xfrm>
          <a:prstGeom prst="chevron">
            <a:avLst/>
          </a:prstGeom>
          <a:solidFill>
            <a:srgbClr val="45B39D"/>
          </a:solidFill>
          <a:ln w="12700">
            <a:solidFill>
              <a:srgbClr val="45B39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2788920"/>
            <a:ext cx="1792224" cy="1536192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5936" y="301752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자료 생성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64224" y="3438144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경비 정리용 자료가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자동으로 만들어짐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8174736" y="3401568"/>
            <a:ext cx="219456" cy="256032"/>
          </a:xfrm>
          <a:prstGeom prst="chevron">
            <a:avLst/>
          </a:prstGeom>
          <a:solidFill>
            <a:srgbClr val="45B39D"/>
          </a:solidFill>
          <a:ln w="12700">
            <a:solidFill>
              <a:srgbClr val="45B39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14816" y="2788920"/>
            <a:ext cx="1792224" cy="1536192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24544" y="301752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회계 전달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942832" y="3438144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정리된 자료를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바탕으로 후속 처리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950976" y="502920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결론적으로, 직원은 더 적게 입력하고 회사는 더 정리된 자료를 받게 됩니다.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WHAT YOU GET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585216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부가서비스로 기대할 수 있는 변화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3716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677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제품을 하나 더 도입한다는 느낌보다, 기존 업무를 조금 더 편하게 만드는 서비스로 이해하시면 됩니다.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841248" y="1874520"/>
            <a:ext cx="3438144" cy="347472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5240" dist="1016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039112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 입장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368296"/>
            <a:ext cx="314553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출장이나 외근 후 영수증을 모아서 수기 정리하는 부담이 줄어듭니다.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경비 처리를 뒤로 미루는 일이 줄고, 제출 흐름이 더 단순해집니다.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79976" y="1874520"/>
            <a:ext cx="3438144" cy="347472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5240" dist="1016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44568" y="2039112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입장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44568" y="2368296"/>
            <a:ext cx="314553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경비 자료가 더 일정한 형식으로 모이기 때문에 확인과 정리 시간이 줄어듭니다.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월말 또는 마감 시점의 자료 준비가 더 수월해집니다.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18704" y="1874520"/>
            <a:ext cx="3438144" cy="347472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5240" dist="1016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83296" y="2039112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 지원 관점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83296" y="2368296"/>
            <a:ext cx="314553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정리되지 않은 자료를 다시 손보는 반복 작업이 줄어들고, 회계 처리 전 단계의 품질이 좋아집니다.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결과적으로 전체 경비 흐름이 더 안정적으로 운영됩니다.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5B39D"/>
          </a:solidFill>
          <a:ln w="12700">
            <a:solidFill>
              <a:srgbClr val="45B39D"/>
            </a:solidFill>
            <a:prstDash val="solid"/>
          </a:ln>
        </p:spPr>
      </p:sp>
      <p:pic>
        <p:nvPicPr>
          <p:cNvPr id="3" name="Image 0" descr="/mnt/data/accounting_meeting.jpg">    </p:cNvPr>
          <p:cNvPicPr>
            <a:picLocks noChangeAspect="1"/>
          </p:cNvPicPr>
          <p:nvPr/>
        </p:nvPicPr>
        <p:blipFill>
          <a:blip r:embed="rId1"/>
          <a:srcRect l="0" r="0" t="15319" b="15319"/>
          <a:stretch/>
        </p:blipFill>
        <p:spPr>
          <a:xfrm>
            <a:off x="7242048" y="786384"/>
            <a:ext cx="4297680" cy="29809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242048" y="4023360"/>
            <a:ext cx="4297680" cy="1426464"/>
          </a:xfrm>
          <a:prstGeom prst="roundRect">
            <a:avLst>
              <a:gd name="adj" fmla="val 5128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102412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필요하시면 귀사에 맞는 적용 방식을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검토해드릴 수 있습니다.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58368" y="2212848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D9E4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사용 중인 경비 정리 방식과 회계 전달 흐름을 기준으로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9E4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형태가 가장 자연스러운지 간단히 안내해드립니다.</a:t>
            </a:r>
            <a:endParaRPr lang="en-US" sz="1220" dirty="0"/>
          </a:p>
        </p:txBody>
      </p:sp>
      <p:sp>
        <p:nvSpPr>
          <p:cNvPr id="7" name="Shape 4"/>
          <p:cNvSpPr/>
          <p:nvPr/>
        </p:nvSpPr>
        <p:spPr>
          <a:xfrm>
            <a:off x="658368" y="3127248"/>
            <a:ext cx="5349240" cy="1901952"/>
          </a:xfrm>
          <a:prstGeom prst="roundRect">
            <a:avLst>
              <a:gd name="adj" fmla="val 3846"/>
            </a:avLst>
          </a:prstGeom>
          <a:solidFill>
            <a:srgbClr val="17324D"/>
          </a:solidFill>
          <a:ln w="12700">
            <a:solidFill>
              <a:srgbClr val="2A4A6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349300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간단한 시작 방식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현재 경비 정리 흐름 확인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적용 가능 여부 검토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필요한 경우 소규모 파일럿 진행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71232" y="431596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D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부가서비스 안내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71232" y="4572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정식 구축보다 먼저,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회사에 맞는지부터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가볍게 확인할 수 있습니다.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595360" y="6419088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2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EZWorks Expense | Client handout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EZWorks Expense client brochure</dc:title>
  <dc:subject>PptxGenJS Presentation</dc:subject>
  <dc:creator>OpenAI</dc:creator>
  <cp:lastModifiedBy>OpenAI</cp:lastModifiedBy>
  <cp:revision>1</cp:revision>
  <dcterms:created xsi:type="dcterms:W3CDTF">2026-03-06T21:55:17Z</dcterms:created>
  <dcterms:modified xsi:type="dcterms:W3CDTF">2026-03-06T21:55:17Z</dcterms:modified>
</cp:coreProperties>
</file>